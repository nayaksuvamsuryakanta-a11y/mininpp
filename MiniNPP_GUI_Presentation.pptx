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 on MiniNPP, a native Win32 text editor built in C99.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Remove-Item disaster and how we recovered from chat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46304" cy="47548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MiniNPP: A Native Win32 Text 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9718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CDBEB"/>
                </a:solidFill>
                <a:latin typeface="Aptos"/>
              </a:defRPr>
            </a:pPr>
            <a:r>
              <a:t>Built in C99, Scintilla, and Lexilla.</a:t>
            </a:r>
            <a:br/>
            <a:r>
              <a:t>From Disaster to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E"/>
                </a:solidFill>
                <a:latin typeface="Aptos Display"/>
              </a:defRPr>
            </a:pPr>
            <a:r>
              <a:t>The Graphical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Raw Win32 API Architecture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Scintilla Editing Engine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Lexilla Syntax Highlighting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Docked Status Bar &amp; Tabs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554480"/>
            <a:ext cx="4754880" cy="3246120"/>
          </a:xfrm>
          <a:prstGeom prst="roundRect">
            <a:avLst/>
          </a:prstGeom>
          <a:solidFill>
            <a:srgbClr val="E0E8F1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5F6C7B"/>
                </a:solidFill>
                <a:latin typeface="Aptos"/>
              </a:defRPr>
            </a:pPr>
            <a:r>
              <a:t>[Insert your main GUI screenshot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E"/>
                </a:solidFill>
                <a:latin typeface="Aptos Display"/>
              </a:defRPr>
            </a:pPr>
            <a:r>
              <a:t>Editing &amp; UI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Syntax Highlighting &amp; Code Folding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Multi-Cursor &amp; Column Editing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Auto-completion &amp; Bracket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554480"/>
            <a:ext cx="4754880" cy="3246120"/>
          </a:xfrm>
          <a:prstGeom prst="roundRect">
            <a:avLst/>
          </a:prstGeom>
          <a:solidFill>
            <a:srgbClr val="E0E8F1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5F6C7B"/>
                </a:solidFill>
                <a:latin typeface="Aptos"/>
              </a:defRPr>
            </a:pPr>
            <a:r>
              <a:t>[Insert C code folding screenshot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E"/>
                </a:solidFill>
                <a:latin typeface="Aptos Display"/>
              </a:defRPr>
            </a:pPr>
            <a:r>
              <a:t>Power User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Tabs with Session Restore (Unsaved tabs survive crashes)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Find/Replace with Regex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Macro Recording &amp; Playback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554480"/>
            <a:ext cx="4754880" cy="3246120"/>
          </a:xfrm>
          <a:prstGeom prst="roundRect">
            <a:avLst/>
          </a:prstGeom>
          <a:solidFill>
            <a:srgbClr val="E0E8F1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5F6C7B"/>
                </a:solidFill>
                <a:latin typeface="Aptos"/>
              </a:defRPr>
            </a:pPr>
            <a:r>
              <a:t>[Insert JSON plugin or macro screenshot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E"/>
                </a:solidFill>
                <a:latin typeface="Aptos Display"/>
              </a:defRPr>
            </a:pPr>
            <a:r>
              <a:t>Under the Hood &amp; Disaster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Strict C99 Standard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Dynamically loaded DLL Plugins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Survived a catastrophic workspace wipe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Fixed Win32 namespace collisions &amp; memory leaks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554480"/>
            <a:ext cx="4754880" cy="3246120"/>
          </a:xfrm>
          <a:prstGeom prst="roundRect">
            <a:avLst/>
          </a:prstGeom>
          <a:solidFill>
            <a:srgbClr val="E0E8F1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5F6C7B"/>
                </a:solidFill>
                <a:latin typeface="Aptos"/>
              </a:defRPr>
            </a:pPr>
            <a:r>
              <a:t>Recovery timeline and architecture visual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00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DBEB"/>
                </a:solidFill>
                <a:latin typeface="Aptos"/>
              </a:defRPr>
            </a:pPr>
            <a:r>
              <a:t>Check out the code on GitHub: github.com/nayaksuvamsuryakanta-a11y/MiniNPP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